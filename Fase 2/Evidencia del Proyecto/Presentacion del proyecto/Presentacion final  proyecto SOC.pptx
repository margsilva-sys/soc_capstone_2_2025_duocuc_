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Flatory Sans SemiCondensed" panose="020B0604020202020204" charset="-34"/>
      <p:regular r:id="rId21"/>
    </p:embeddedFont>
    <p:embeddedFont>
      <p:font typeface="Flatory Sans SemiCondensed Medium" panose="020B0604020202020204" charset="-34"/>
      <p:regular r:id="rId22"/>
    </p:embeddedFont>
    <p:embeddedFont>
      <p:font typeface="Montserrat" panose="00000500000000000000" pitchFamily="2" charset="0"/>
      <p:regular r:id="rId23"/>
    </p:embeddedFont>
    <p:embeddedFont>
      <p:font typeface="Montserrat Bold" panose="00000800000000000000" charset="0"/>
      <p:regular r:id="rId24"/>
    </p:embeddedFont>
    <p:embeddedFont>
      <p:font typeface="Montserrat Medium" panose="00000600000000000000" pitchFamily="2" charset="0"/>
      <p:regular r:id="rId25"/>
    </p:embeddedFont>
    <p:embeddedFont>
      <p:font typeface="Quicksand Medium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882127" cy="10287000"/>
            <a:chOff x="0" y="0"/>
            <a:chExt cx="5955727" cy="61997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55727" cy="6199734"/>
            </a:xfrm>
            <a:custGeom>
              <a:avLst/>
              <a:gdLst/>
              <a:ahLst/>
              <a:cxnLst/>
              <a:rect l="l" t="t" r="r" b="b"/>
              <a:pathLst>
                <a:path w="5955727" h="6199734">
                  <a:moveTo>
                    <a:pt x="0" y="0"/>
                  </a:moveTo>
                  <a:lnTo>
                    <a:pt x="5955727" y="0"/>
                  </a:lnTo>
                  <a:lnTo>
                    <a:pt x="5955727" y="6199734"/>
                  </a:lnTo>
                  <a:lnTo>
                    <a:pt x="0" y="6199734"/>
                  </a:lnTo>
                  <a:close/>
                </a:path>
              </a:pathLst>
            </a:custGeom>
            <a:blipFill>
              <a:blip r:embed="rId2"/>
              <a:stretch>
                <a:fillRect l="-28072" r="-2807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3366395" y="0"/>
            <a:ext cx="4921605" cy="1417422"/>
          </a:xfrm>
          <a:custGeom>
            <a:avLst/>
            <a:gdLst/>
            <a:ahLst/>
            <a:cxnLst/>
            <a:rect l="l" t="t" r="r" b="b"/>
            <a:pathLst>
              <a:path w="4921605" h="1417422">
                <a:moveTo>
                  <a:pt x="0" y="0"/>
                </a:moveTo>
                <a:lnTo>
                  <a:pt x="4921605" y="0"/>
                </a:lnTo>
                <a:lnTo>
                  <a:pt x="4921605" y="1417422"/>
                </a:lnTo>
                <a:lnTo>
                  <a:pt x="0" y="1417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823622" y="3770707"/>
            <a:ext cx="8464378" cy="201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7"/>
              </a:lnSpc>
            </a:pPr>
            <a:r>
              <a:rPr lang="en-US" sz="7946" b="1">
                <a:solidFill>
                  <a:srgbClr val="000000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PROYECTO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07915" y="5295056"/>
            <a:ext cx="2568953" cy="2568942"/>
            <a:chOff x="0" y="0"/>
            <a:chExt cx="6350025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26" cy="6350000"/>
            </a:xfrm>
            <a:custGeom>
              <a:avLst/>
              <a:gdLst/>
              <a:ahLst/>
              <a:cxnLst/>
              <a:rect l="l" t="t" r="r" b="b"/>
              <a:pathLst>
                <a:path w="6350026" h="6350000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3068608" cy="10287000"/>
            <a:chOff x="0" y="0"/>
            <a:chExt cx="570913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0913" cy="1913890"/>
            </a:xfrm>
            <a:custGeom>
              <a:avLst/>
              <a:gdLst/>
              <a:ahLst/>
              <a:cxnLst/>
              <a:rect l="l" t="t" r="r" b="b"/>
              <a:pathLst>
                <a:path w="570913" h="1913890">
                  <a:moveTo>
                    <a:pt x="0" y="0"/>
                  </a:moveTo>
                  <a:lnTo>
                    <a:pt x="570913" y="0"/>
                  </a:lnTo>
                  <a:lnTo>
                    <a:pt x="570913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3536615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4" y="0"/>
                </a:lnTo>
                <a:lnTo>
                  <a:pt x="4321554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98187" y="1784307"/>
            <a:ext cx="15672577" cy="1144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59"/>
              </a:lnSpc>
            </a:pPr>
            <a:r>
              <a:rPr lang="en-US" sz="8999" b="1">
                <a:solidFill>
                  <a:srgbClr val="36528B"/>
                </a:solidFill>
                <a:latin typeface="Flatory Sans SemiCondensed Medium"/>
                <a:ea typeface="Flatory Sans SemiCondensed Medium"/>
                <a:cs typeface="Flatory Sans SemiCondensed Medium"/>
                <a:sym typeface="Flatory Sans SemiCondensed Medium"/>
              </a:rPr>
              <a:t>ROLES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20399" y="8190957"/>
            <a:ext cx="4602785" cy="43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ISRAEL MUÑOZ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91000" y="8190957"/>
            <a:ext cx="4602785" cy="43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MARGARITA SILVA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41655" y="8796337"/>
            <a:ext cx="4602785" cy="871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PRODUCT OWNER</a:t>
            </a:r>
          </a:p>
          <a:p>
            <a:pPr algn="ctr">
              <a:lnSpc>
                <a:spcPts val="2380"/>
              </a:lnSpc>
            </a:pPr>
            <a:r>
              <a:rPr lang="en-US" sz="1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DESARROLLADOR</a:t>
            </a:r>
          </a:p>
          <a:p>
            <a:pPr algn="ctr">
              <a:lnSpc>
                <a:spcPts val="2380"/>
              </a:lnSpc>
            </a:pPr>
            <a:endParaRPr lang="en-US" sz="17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191000" y="8796337"/>
            <a:ext cx="4602785" cy="575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SCRUM MASTER</a:t>
            </a:r>
          </a:p>
          <a:p>
            <a:pPr algn="ctr">
              <a:lnSpc>
                <a:spcPts val="2380"/>
              </a:lnSpc>
            </a:pPr>
            <a:r>
              <a:rPr lang="en-US" sz="17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DESARROLLADORA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5D4AFEE-0580-71D3-0E5C-69D8E418E0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2860815"/>
            <a:ext cx="3835697" cy="51142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364780" cy="10287000"/>
            <a:chOff x="0" y="0"/>
            <a:chExt cx="626015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6015" cy="1913890"/>
            </a:xfrm>
            <a:custGeom>
              <a:avLst/>
              <a:gdLst/>
              <a:ahLst/>
              <a:cxnLst/>
              <a:rect l="l" t="t" r="r" b="b"/>
              <a:pathLst>
                <a:path w="626015" h="1913890">
                  <a:moveTo>
                    <a:pt x="0" y="0"/>
                  </a:moveTo>
                  <a:lnTo>
                    <a:pt x="626015" y="0"/>
                  </a:lnTo>
                  <a:lnTo>
                    <a:pt x="626015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82390" y="2404298"/>
            <a:ext cx="6030423" cy="6030399"/>
            <a:chOff x="0" y="0"/>
            <a:chExt cx="6350025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26" cy="6350000"/>
            </a:xfrm>
            <a:custGeom>
              <a:avLst/>
              <a:gdLst/>
              <a:ahLst/>
              <a:cxnLst/>
              <a:rect l="l" t="t" r="r" b="b"/>
              <a:pathLst>
                <a:path w="6350026" h="6350000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t="-12500" b="-12500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3957627" y="519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4" y="0"/>
                </a:lnTo>
                <a:lnTo>
                  <a:pt x="4321554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303354" y="1654702"/>
            <a:ext cx="6536071" cy="1144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60"/>
              </a:lnSpc>
            </a:pPr>
            <a:r>
              <a:rPr lang="en-US" sz="9000" b="1">
                <a:solidFill>
                  <a:srgbClr val="36528B"/>
                </a:solidFill>
                <a:latin typeface="Flatory Sans SemiCondensed Medium"/>
                <a:ea typeface="Flatory Sans SemiCondensed Medium"/>
                <a:cs typeface="Flatory Sans SemiCondensed Medium"/>
                <a:sym typeface="Flatory Sans SemiCondensed Medium"/>
              </a:rPr>
              <a:t>PROYECTO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721361" y="3245847"/>
            <a:ext cx="6397043" cy="45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PROBLEMA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1361" y="5231525"/>
            <a:ext cx="6397043" cy="43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SOLUCION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21361" y="3849524"/>
            <a:ext cx="7537939" cy="1243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condominios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utilizan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procesos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ineficientes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comunicación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desordenada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poca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transparencia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gastos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Esto genera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desconfianza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pérdida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información</a:t>
            </a:r>
            <a:r>
              <a:rPr lang="en-US" sz="1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mala </a:t>
            </a:r>
            <a:r>
              <a:rPr lang="en-US" sz="1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gestión</a:t>
            </a:r>
            <a:endParaRPr lang="en-US" sz="180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721361" y="5984633"/>
            <a:ext cx="6397043" cy="205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sz="17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“SOC” es una plataforma </a:t>
            </a: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web, diseñada para transformar la gestión de condominios;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1- Modulo Operacional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2-Modulo finanzas 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3-Modulo personal</a:t>
            </a:r>
          </a:p>
          <a:p>
            <a:pPr algn="l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4-Modulo informe</a:t>
            </a:r>
          </a:p>
          <a:p>
            <a:pPr algn="l">
              <a:lnSpc>
                <a:spcPts val="2380"/>
              </a:lnSpc>
            </a:pPr>
            <a:endParaRPr lang="en-US" sz="17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31633" y="0"/>
            <a:ext cx="5456367" cy="10287000"/>
            <a:chOff x="0" y="0"/>
            <a:chExt cx="1015154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5154" cy="1913890"/>
            </a:xfrm>
            <a:custGeom>
              <a:avLst/>
              <a:gdLst/>
              <a:ahLst/>
              <a:cxnLst/>
              <a:rect l="l" t="t" r="r" b="b"/>
              <a:pathLst>
                <a:path w="1015154" h="1913890">
                  <a:moveTo>
                    <a:pt x="0" y="0"/>
                  </a:moveTo>
                  <a:lnTo>
                    <a:pt x="1015154" y="0"/>
                  </a:lnTo>
                  <a:lnTo>
                    <a:pt x="1015154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9817805" y="4403070"/>
            <a:ext cx="1560016" cy="936009"/>
          </a:xfrm>
          <a:custGeom>
            <a:avLst/>
            <a:gdLst/>
            <a:ahLst/>
            <a:cxnLst/>
            <a:rect l="l" t="t" r="r" b="b"/>
            <a:pathLst>
              <a:path w="1560016" h="936009">
                <a:moveTo>
                  <a:pt x="0" y="0"/>
                </a:moveTo>
                <a:lnTo>
                  <a:pt x="1560015" y="0"/>
                </a:lnTo>
                <a:lnTo>
                  <a:pt x="1560015" y="936009"/>
                </a:lnTo>
                <a:lnTo>
                  <a:pt x="0" y="9360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910466" y="7206368"/>
            <a:ext cx="2441601" cy="2441601"/>
          </a:xfrm>
          <a:custGeom>
            <a:avLst/>
            <a:gdLst/>
            <a:ahLst/>
            <a:cxnLst/>
            <a:rect l="l" t="t" r="r" b="b"/>
            <a:pathLst>
              <a:path w="2441601" h="2441601">
                <a:moveTo>
                  <a:pt x="0" y="0"/>
                </a:moveTo>
                <a:lnTo>
                  <a:pt x="2441601" y="0"/>
                </a:lnTo>
                <a:lnTo>
                  <a:pt x="2441601" y="2441601"/>
                </a:lnTo>
                <a:lnTo>
                  <a:pt x="0" y="2441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966445" y="101372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32868" y="895126"/>
            <a:ext cx="6922628" cy="85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9"/>
              </a:lnSpc>
            </a:pPr>
            <a:r>
              <a:rPr lang="en-US" sz="6744" b="1">
                <a:solidFill>
                  <a:srgbClr val="36528B"/>
                </a:solidFill>
                <a:latin typeface="Flatory Sans SemiCondensed Medium"/>
                <a:ea typeface="Flatory Sans SemiCondensed Medium"/>
                <a:cs typeface="Flatory Sans SemiCondensed Medium"/>
                <a:sym typeface="Flatory Sans SemiCondensed Medium"/>
              </a:rPr>
              <a:t>OBJETIVO GENERAL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87687" y="3964286"/>
            <a:ext cx="6397043" cy="43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OBJETIVOS ESPECIFICOS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105400"/>
            <a:ext cx="7335292" cy="3106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2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Gestionar</a:t>
            </a: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entidades mediante backend .NET y MySQL.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2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Diseñar</a:t>
            </a: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interfaz web intuitiva y responsiva con Angular.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2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Automatizar</a:t>
            </a: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reportes financieros para toma de decisiones.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</a:t>
            </a:r>
            <a:r>
              <a:rPr lang="en-US" sz="22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Colaborar </a:t>
            </a: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 la creación de código mediante GitHub.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531544"/>
            <a:ext cx="9102567" cy="115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Crear una plataforma web que facilite la gestión operativa y financiera de los condominios.</a:t>
            </a:r>
          </a:p>
          <a:p>
            <a:pPr algn="l">
              <a:lnSpc>
                <a:spcPts val="3080"/>
              </a:lnSpc>
            </a:pPr>
            <a:endParaRPr lang="en-US" sz="22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13029" y="0"/>
            <a:ext cx="4474971" cy="10287000"/>
            <a:chOff x="0" y="0"/>
            <a:chExt cx="832566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32565" cy="1913890"/>
            </a:xfrm>
            <a:custGeom>
              <a:avLst/>
              <a:gdLst/>
              <a:ahLst/>
              <a:cxnLst/>
              <a:rect l="l" t="t" r="r" b="b"/>
              <a:pathLst>
                <a:path w="832565" h="1913890">
                  <a:moveTo>
                    <a:pt x="0" y="0"/>
                  </a:moveTo>
                  <a:lnTo>
                    <a:pt x="832565" y="0"/>
                  </a:lnTo>
                  <a:lnTo>
                    <a:pt x="832565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339328" y="443694"/>
            <a:ext cx="7803102" cy="3951683"/>
            <a:chOff x="0" y="0"/>
            <a:chExt cx="2846593" cy="144158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46593" cy="1441585"/>
            </a:xfrm>
            <a:custGeom>
              <a:avLst/>
              <a:gdLst/>
              <a:ahLst/>
              <a:cxnLst/>
              <a:rect l="l" t="t" r="r" b="b"/>
              <a:pathLst>
                <a:path w="2846593" h="1441585">
                  <a:moveTo>
                    <a:pt x="0" y="0"/>
                  </a:moveTo>
                  <a:lnTo>
                    <a:pt x="2846593" y="0"/>
                  </a:lnTo>
                  <a:lnTo>
                    <a:pt x="2846593" y="1441585"/>
                  </a:lnTo>
                  <a:lnTo>
                    <a:pt x="0" y="144158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82300" y="3471186"/>
            <a:ext cx="13230366" cy="6508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1"/>
              </a:lnSpc>
            </a:pPr>
            <a:r>
              <a:rPr lang="en-US" sz="342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proyecto se desarrollará en cuatro sprints consecutivos: -Primero para la administración operacional (reservas, mantenimiento y control de acceso).</a:t>
            </a:r>
          </a:p>
          <a:p>
            <a:pPr algn="l">
              <a:lnSpc>
                <a:spcPts val="4791"/>
              </a:lnSpc>
            </a:pPr>
            <a:r>
              <a:rPr lang="en-US" sz="342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-Segundo para la gestión financiera (cobranza, multas, gastos comunes)</a:t>
            </a:r>
          </a:p>
          <a:p>
            <a:pPr algn="l">
              <a:lnSpc>
                <a:spcPts val="4791"/>
              </a:lnSpc>
            </a:pPr>
            <a:r>
              <a:rPr lang="en-US" sz="342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-Tercero para administración de personal (empleados, turnos )</a:t>
            </a:r>
          </a:p>
          <a:p>
            <a:pPr algn="l">
              <a:lnSpc>
                <a:spcPts val="4791"/>
              </a:lnSpc>
            </a:pPr>
            <a:r>
              <a:rPr lang="en-US" sz="342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-Cuarto para el sistema de informes (reportes automatizados), entregando una plataforma web completa para gestión de condominios.</a:t>
            </a:r>
          </a:p>
          <a:p>
            <a:pPr algn="l">
              <a:lnSpc>
                <a:spcPts val="4791"/>
              </a:lnSpc>
            </a:pPr>
            <a:endParaRPr lang="en-US" sz="3422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3813029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44000" y="1543683"/>
            <a:ext cx="6247772" cy="1238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449"/>
              </a:lnSpc>
            </a:pPr>
            <a:r>
              <a:rPr lang="en-US" sz="8999">
                <a:solidFill>
                  <a:srgbClr val="36528B"/>
                </a:solidFill>
                <a:latin typeface="Flatory Sans SemiCondensed"/>
                <a:ea typeface="Flatory Sans SemiCondensed"/>
                <a:cs typeface="Flatory Sans SemiCondensed"/>
                <a:sym typeface="Flatory Sans SemiCondensed"/>
              </a:rPr>
              <a:t>ALCANCE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28700" cy="10287000"/>
            <a:chOff x="0" y="0"/>
            <a:chExt cx="191389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" cy="1913890"/>
            </a:xfrm>
            <a:custGeom>
              <a:avLst/>
              <a:gdLst/>
              <a:ahLst/>
              <a:cxnLst/>
              <a:rect l="l" t="t" r="r" b="b"/>
              <a:pathLst>
                <a:path w="191389" h="1913890">
                  <a:moveTo>
                    <a:pt x="0" y="0"/>
                  </a:moveTo>
                  <a:lnTo>
                    <a:pt x="191389" y="0"/>
                  </a:lnTo>
                  <a:lnTo>
                    <a:pt x="191389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/>
            </a:solidFill>
          </p:spPr>
        </p:sp>
      </p:grpSp>
      <p:sp>
        <p:nvSpPr>
          <p:cNvPr id="4" name="AutoShape 4"/>
          <p:cNvSpPr/>
          <p:nvPr/>
        </p:nvSpPr>
        <p:spPr>
          <a:xfrm>
            <a:off x="3299734" y="3810618"/>
            <a:ext cx="13594793" cy="0"/>
          </a:xfrm>
          <a:prstGeom prst="line">
            <a:avLst/>
          </a:prstGeom>
          <a:ln w="142875" cap="flat">
            <a:solidFill>
              <a:srgbClr val="A8ACA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796577" y="2640343"/>
            <a:ext cx="2503157" cy="2503157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8ACAE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3755243" y="2640343"/>
            <a:ext cx="2503157" cy="2503157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8ACAE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640843" y="2640343"/>
            <a:ext cx="2503157" cy="2503157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8ACA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685762" y="2630477"/>
            <a:ext cx="2503157" cy="2503157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8ACAE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5692200" y="3479934"/>
            <a:ext cx="2503157" cy="656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Documentación cierre proyecto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731844" y="2640343"/>
            <a:ext cx="2503157" cy="2503157"/>
            <a:chOff x="0" y="0"/>
            <a:chExt cx="6350000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8ACAE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5692200" y="2640343"/>
            <a:ext cx="2503157" cy="2503157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8ACAE"/>
            </a:solidFill>
          </p:spPr>
        </p:sp>
      </p:grpSp>
      <p:sp>
        <p:nvSpPr>
          <p:cNvPr id="18" name="Freeform 18"/>
          <p:cNvSpPr/>
          <p:nvPr/>
        </p:nvSpPr>
        <p:spPr>
          <a:xfrm>
            <a:off x="3299734" y="6126712"/>
            <a:ext cx="5295807" cy="3534951"/>
          </a:xfrm>
          <a:custGeom>
            <a:avLst/>
            <a:gdLst/>
            <a:ahLst/>
            <a:cxnLst/>
            <a:rect l="l" t="t" r="r" b="b"/>
            <a:pathLst>
              <a:path w="5295807" h="3534951">
                <a:moveTo>
                  <a:pt x="0" y="0"/>
                </a:moveTo>
                <a:lnTo>
                  <a:pt x="5295807" y="0"/>
                </a:lnTo>
                <a:lnTo>
                  <a:pt x="5295807" y="3534951"/>
                </a:lnTo>
                <a:lnTo>
                  <a:pt x="0" y="35349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873802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700864" y="8516766"/>
            <a:ext cx="9237318" cy="1144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459"/>
              </a:lnSpc>
            </a:pPr>
            <a:r>
              <a:rPr lang="en-US" sz="8999" b="1">
                <a:solidFill>
                  <a:srgbClr val="36528B"/>
                </a:solidFill>
                <a:latin typeface="Flatory Sans SemiCondensed Medium"/>
                <a:ea typeface="Flatory Sans SemiCondensed Medium"/>
                <a:cs typeface="Flatory Sans SemiCondensed Medium"/>
                <a:sym typeface="Flatory Sans SemiCondensed Medium"/>
              </a:rPr>
              <a:t>METODOLOGÍA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6577" y="1648925"/>
            <a:ext cx="2503157" cy="43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SPRIT 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755243" y="1648925"/>
            <a:ext cx="2503157" cy="43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SPRIT 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54508" y="1648925"/>
            <a:ext cx="2503157" cy="43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SPRIT 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21694" y="1648925"/>
            <a:ext cx="2503157" cy="43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SPRIT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0334" y="3400491"/>
            <a:ext cx="2809400" cy="1433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2"/>
              </a:lnSpc>
            </a:pPr>
            <a:r>
              <a:rPr lang="en-US" sz="204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Configuración y creación de diagramas</a:t>
            </a:r>
          </a:p>
          <a:p>
            <a:pPr algn="ctr">
              <a:lnSpc>
                <a:spcPts val="2862"/>
              </a:lnSpc>
            </a:pPr>
            <a:endParaRPr lang="en-US" sz="204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680487" y="3544578"/>
            <a:ext cx="2503157" cy="656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 operacional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40843" y="3544578"/>
            <a:ext cx="2503157" cy="692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Administracion financiera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731844" y="1648925"/>
            <a:ext cx="2503157" cy="43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SPRIT 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435025" y="1648925"/>
            <a:ext cx="2503157" cy="438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SPRIT 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85762" y="3534711"/>
            <a:ext cx="2503157" cy="656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Administración de Persona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731844" y="3586489"/>
            <a:ext cx="2503157" cy="35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Informes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692200" y="3463591"/>
            <a:ext cx="2503157" cy="72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Documentación y cierre del proyecto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02718" y="0"/>
            <a:ext cx="3985282" cy="10287000"/>
            <a:chOff x="0" y="0"/>
            <a:chExt cx="741459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1459" cy="1913890"/>
            </a:xfrm>
            <a:custGeom>
              <a:avLst/>
              <a:gdLst/>
              <a:ahLst/>
              <a:cxnLst/>
              <a:rect l="l" t="t" r="r" b="b"/>
              <a:pathLst>
                <a:path w="741459" h="1913890">
                  <a:moveTo>
                    <a:pt x="0" y="0"/>
                  </a:moveTo>
                  <a:lnTo>
                    <a:pt x="741459" y="0"/>
                  </a:lnTo>
                  <a:lnTo>
                    <a:pt x="741459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313316" y="2314037"/>
            <a:ext cx="12623327" cy="7394295"/>
          </a:xfrm>
          <a:custGeom>
            <a:avLst/>
            <a:gdLst/>
            <a:ahLst/>
            <a:cxnLst/>
            <a:rect l="l" t="t" r="r" b="b"/>
            <a:pathLst>
              <a:path w="12623327" h="7394295">
                <a:moveTo>
                  <a:pt x="0" y="0"/>
                </a:moveTo>
                <a:lnTo>
                  <a:pt x="12623328" y="0"/>
                </a:lnTo>
                <a:lnTo>
                  <a:pt x="12623328" y="7394294"/>
                </a:lnTo>
                <a:lnTo>
                  <a:pt x="0" y="7394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17594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4" y="0"/>
                </a:lnTo>
                <a:lnTo>
                  <a:pt x="4321554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07331"/>
            <a:ext cx="11126501" cy="1215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9179"/>
              </a:lnSpc>
            </a:pPr>
            <a:r>
              <a:rPr lang="en-US" sz="8999" b="1">
                <a:solidFill>
                  <a:srgbClr val="36528B"/>
                </a:solidFill>
                <a:latin typeface="Flatory Sans SemiCondensed Medium"/>
                <a:ea typeface="Flatory Sans SemiCondensed Medium"/>
                <a:cs typeface="Flatory Sans SemiCondensed Medium"/>
                <a:sym typeface="Flatory Sans SemiCondensed Medium"/>
              </a:rPr>
              <a:t>PLANIFICACION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0227"/>
            <a:ext cx="5614572" cy="10287000"/>
            <a:chOff x="0" y="0"/>
            <a:chExt cx="1044588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44588" cy="1913890"/>
            </a:xfrm>
            <a:custGeom>
              <a:avLst/>
              <a:gdLst/>
              <a:ahLst/>
              <a:cxnLst/>
              <a:rect l="l" t="t" r="r" b="b"/>
              <a:pathLst>
                <a:path w="1044588" h="1913890">
                  <a:moveTo>
                    <a:pt x="0" y="0"/>
                  </a:moveTo>
                  <a:lnTo>
                    <a:pt x="1044588" y="0"/>
                  </a:lnTo>
                  <a:lnTo>
                    <a:pt x="1044588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25688" y="3908371"/>
            <a:ext cx="8870820" cy="2905360"/>
            <a:chOff x="0" y="0"/>
            <a:chExt cx="3236099" cy="10598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36099" cy="1059883"/>
            </a:xfrm>
            <a:custGeom>
              <a:avLst/>
              <a:gdLst/>
              <a:ahLst/>
              <a:cxnLst/>
              <a:rect l="l" t="t" r="r" b="b"/>
              <a:pathLst>
                <a:path w="3236099" h="1059883">
                  <a:moveTo>
                    <a:pt x="0" y="0"/>
                  </a:moveTo>
                  <a:lnTo>
                    <a:pt x="3236099" y="0"/>
                  </a:lnTo>
                  <a:lnTo>
                    <a:pt x="3236099" y="1059883"/>
                  </a:lnTo>
                  <a:lnTo>
                    <a:pt x="0" y="105988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3755603" y="30227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4" y="0"/>
                </a:lnTo>
                <a:lnTo>
                  <a:pt x="4321554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00488" y="1274835"/>
            <a:ext cx="2828167" cy="1882017"/>
          </a:xfrm>
          <a:custGeom>
            <a:avLst/>
            <a:gdLst/>
            <a:ahLst/>
            <a:cxnLst/>
            <a:rect l="l" t="t" r="r" b="b"/>
            <a:pathLst>
              <a:path w="2828167" h="1882017">
                <a:moveTo>
                  <a:pt x="0" y="0"/>
                </a:moveTo>
                <a:lnTo>
                  <a:pt x="2828167" y="0"/>
                </a:lnTo>
                <a:lnTo>
                  <a:pt x="2828167" y="1882017"/>
                </a:lnTo>
                <a:lnTo>
                  <a:pt x="0" y="1882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019670" y="1274835"/>
            <a:ext cx="2248660" cy="1349196"/>
          </a:xfrm>
          <a:custGeom>
            <a:avLst/>
            <a:gdLst/>
            <a:ahLst/>
            <a:cxnLst/>
            <a:rect l="l" t="t" r="r" b="b"/>
            <a:pathLst>
              <a:path w="2248660" h="1349196">
                <a:moveTo>
                  <a:pt x="0" y="0"/>
                </a:moveTo>
                <a:lnTo>
                  <a:pt x="2248660" y="0"/>
                </a:lnTo>
                <a:lnTo>
                  <a:pt x="2248660" y="1349196"/>
                </a:lnTo>
                <a:lnTo>
                  <a:pt x="0" y="13491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976403" y="3908371"/>
            <a:ext cx="2083305" cy="2083305"/>
          </a:xfrm>
          <a:custGeom>
            <a:avLst/>
            <a:gdLst/>
            <a:ahLst/>
            <a:cxnLst/>
            <a:rect l="l" t="t" r="r" b="b"/>
            <a:pathLst>
              <a:path w="2083305" h="2083305">
                <a:moveTo>
                  <a:pt x="0" y="0"/>
                </a:moveTo>
                <a:lnTo>
                  <a:pt x="2083306" y="0"/>
                </a:lnTo>
                <a:lnTo>
                  <a:pt x="2083306" y="2083305"/>
                </a:lnTo>
                <a:lnTo>
                  <a:pt x="0" y="20833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755603" y="7034334"/>
            <a:ext cx="2441601" cy="2441601"/>
          </a:xfrm>
          <a:custGeom>
            <a:avLst/>
            <a:gdLst/>
            <a:ahLst/>
            <a:cxnLst/>
            <a:rect l="l" t="t" r="r" b="b"/>
            <a:pathLst>
              <a:path w="2441601" h="2441601">
                <a:moveTo>
                  <a:pt x="0" y="0"/>
                </a:moveTo>
                <a:lnTo>
                  <a:pt x="2441601" y="0"/>
                </a:lnTo>
                <a:lnTo>
                  <a:pt x="2441601" y="2441601"/>
                </a:lnTo>
                <a:lnTo>
                  <a:pt x="0" y="2441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376706" y="7419427"/>
            <a:ext cx="4651949" cy="1626883"/>
          </a:xfrm>
          <a:custGeom>
            <a:avLst/>
            <a:gdLst/>
            <a:ahLst/>
            <a:cxnLst/>
            <a:rect l="l" t="t" r="r" b="b"/>
            <a:pathLst>
              <a:path w="4651949" h="1626883">
                <a:moveTo>
                  <a:pt x="0" y="0"/>
                </a:moveTo>
                <a:lnTo>
                  <a:pt x="4651949" y="0"/>
                </a:lnTo>
                <a:lnTo>
                  <a:pt x="4651949" y="1626883"/>
                </a:lnTo>
                <a:lnTo>
                  <a:pt x="0" y="16268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047699" y="1776251"/>
            <a:ext cx="3331302" cy="2972092"/>
          </a:xfrm>
          <a:custGeom>
            <a:avLst/>
            <a:gdLst/>
            <a:ahLst/>
            <a:cxnLst/>
            <a:rect l="l" t="t" r="r" b="b"/>
            <a:pathLst>
              <a:path w="3331302" h="2972092">
                <a:moveTo>
                  <a:pt x="0" y="0"/>
                </a:moveTo>
                <a:lnTo>
                  <a:pt x="3331302" y="0"/>
                </a:lnTo>
                <a:lnTo>
                  <a:pt x="3331302" y="2972092"/>
                </a:lnTo>
                <a:lnTo>
                  <a:pt x="0" y="29720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096508" y="4903945"/>
            <a:ext cx="2241493" cy="2241493"/>
          </a:xfrm>
          <a:custGeom>
            <a:avLst/>
            <a:gdLst/>
            <a:ahLst/>
            <a:cxnLst/>
            <a:rect l="l" t="t" r="r" b="b"/>
            <a:pathLst>
              <a:path w="2241493" h="2241493">
                <a:moveTo>
                  <a:pt x="0" y="0"/>
                </a:moveTo>
                <a:lnTo>
                  <a:pt x="2241493" y="0"/>
                </a:lnTo>
                <a:lnTo>
                  <a:pt x="2241493" y="2241493"/>
                </a:lnTo>
                <a:lnTo>
                  <a:pt x="0" y="22414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229235" y="7739306"/>
            <a:ext cx="4484115" cy="1518994"/>
          </a:xfrm>
          <a:custGeom>
            <a:avLst/>
            <a:gdLst/>
            <a:ahLst/>
            <a:cxnLst/>
            <a:rect l="l" t="t" r="r" b="b"/>
            <a:pathLst>
              <a:path w="4484115" h="1518994">
                <a:moveTo>
                  <a:pt x="0" y="0"/>
                </a:moveTo>
                <a:lnTo>
                  <a:pt x="4484115" y="0"/>
                </a:lnTo>
                <a:lnTo>
                  <a:pt x="4484115" y="1518994"/>
                </a:lnTo>
                <a:lnTo>
                  <a:pt x="0" y="15189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033860" y="4872168"/>
            <a:ext cx="7284983" cy="242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49"/>
              </a:lnSpc>
            </a:pPr>
            <a:r>
              <a:rPr lang="en-US" sz="8999" b="1">
                <a:solidFill>
                  <a:srgbClr val="36528B"/>
                </a:solidFill>
                <a:latin typeface="Flatory Sans SemiCondensed Medium"/>
                <a:ea typeface="Flatory Sans SemiCondensed Medium"/>
                <a:cs typeface="Flatory Sans SemiCondensed Medium"/>
                <a:sym typeface="Flatory Sans SemiCondensed Medium"/>
              </a:rPr>
              <a:t>TECNOLOGIAS</a:t>
            </a:r>
          </a:p>
          <a:p>
            <a:pPr algn="l">
              <a:lnSpc>
                <a:spcPts val="9449"/>
              </a:lnSpc>
            </a:pPr>
            <a:endParaRPr lang="en-US" sz="8999" b="1">
              <a:solidFill>
                <a:srgbClr val="36528B"/>
              </a:solidFill>
              <a:latin typeface="Flatory Sans SemiCondensed Medium"/>
              <a:ea typeface="Flatory Sans SemiCondensed Medium"/>
              <a:cs typeface="Flatory Sans SemiCondensed Medium"/>
              <a:sym typeface="Flatory Sans SemiCondensed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24088" y="0"/>
            <a:ext cx="5363912" cy="10287000"/>
            <a:chOff x="0" y="0"/>
            <a:chExt cx="997952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7952" cy="1913890"/>
            </a:xfrm>
            <a:custGeom>
              <a:avLst/>
              <a:gdLst/>
              <a:ahLst/>
              <a:cxnLst/>
              <a:rect l="l" t="t" r="r" b="b"/>
              <a:pathLst>
                <a:path w="997952" h="1913890">
                  <a:moveTo>
                    <a:pt x="0" y="0"/>
                  </a:moveTo>
                  <a:lnTo>
                    <a:pt x="997952" y="0"/>
                  </a:lnTo>
                  <a:lnTo>
                    <a:pt x="997952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385210" y="1244608"/>
            <a:ext cx="17064590" cy="10147292"/>
          </a:xfrm>
          <a:custGeom>
            <a:avLst/>
            <a:gdLst/>
            <a:ahLst/>
            <a:cxnLst/>
            <a:rect l="l" t="t" r="r" b="b"/>
            <a:pathLst>
              <a:path w="16075364" h="9042392">
                <a:moveTo>
                  <a:pt x="0" y="0"/>
                </a:moveTo>
                <a:lnTo>
                  <a:pt x="16075364" y="0"/>
                </a:lnTo>
                <a:lnTo>
                  <a:pt x="16075364" y="9042392"/>
                </a:lnTo>
                <a:lnTo>
                  <a:pt x="0" y="904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6445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2754" y="371769"/>
            <a:ext cx="12058241" cy="11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460"/>
              </a:lnSpc>
            </a:pPr>
            <a:r>
              <a:rPr lang="en-US" sz="9000" b="1">
                <a:solidFill>
                  <a:srgbClr val="36528B"/>
                </a:solidFill>
                <a:latin typeface="Flatory Sans SemiCondensed Medium"/>
                <a:ea typeface="Flatory Sans SemiCondensed Medium"/>
                <a:cs typeface="Flatory Sans SemiCondensed Medium"/>
                <a:sym typeface="Flatory Sans SemiCondensed Medium"/>
              </a:rPr>
              <a:t>ARQUITECTURA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985282" cy="10287000"/>
            <a:chOff x="0" y="0"/>
            <a:chExt cx="741459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1459" cy="1913890"/>
            </a:xfrm>
            <a:custGeom>
              <a:avLst/>
              <a:gdLst/>
              <a:ahLst/>
              <a:cxnLst/>
              <a:rect l="l" t="t" r="r" b="b"/>
              <a:pathLst>
                <a:path w="741459" h="1913890">
                  <a:moveTo>
                    <a:pt x="0" y="0"/>
                  </a:moveTo>
                  <a:lnTo>
                    <a:pt x="741459" y="0"/>
                  </a:lnTo>
                  <a:lnTo>
                    <a:pt x="741459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510670" y="1244608"/>
            <a:ext cx="15266659" cy="8587496"/>
          </a:xfrm>
          <a:custGeom>
            <a:avLst/>
            <a:gdLst/>
            <a:ahLst/>
            <a:cxnLst/>
            <a:rect l="l" t="t" r="r" b="b"/>
            <a:pathLst>
              <a:path w="15266659" h="8587496">
                <a:moveTo>
                  <a:pt x="0" y="0"/>
                </a:moveTo>
                <a:lnTo>
                  <a:pt x="15266660" y="0"/>
                </a:lnTo>
                <a:lnTo>
                  <a:pt x="15266660" y="8587496"/>
                </a:lnTo>
                <a:lnTo>
                  <a:pt x="0" y="858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56920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35360" y="-73800"/>
            <a:ext cx="3985282" cy="10287000"/>
            <a:chOff x="0" y="0"/>
            <a:chExt cx="741459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1459" cy="1913890"/>
            </a:xfrm>
            <a:custGeom>
              <a:avLst/>
              <a:gdLst/>
              <a:ahLst/>
              <a:cxnLst/>
              <a:rect l="l" t="t" r="r" b="b"/>
              <a:pathLst>
                <a:path w="741459" h="1913890">
                  <a:moveTo>
                    <a:pt x="0" y="0"/>
                  </a:moveTo>
                  <a:lnTo>
                    <a:pt x="741459" y="0"/>
                  </a:lnTo>
                  <a:lnTo>
                    <a:pt x="741459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3966445" y="-7380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903289A-9364-21A9-4068-F445AB89A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169212"/>
            <a:ext cx="16078200" cy="90439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985282" cy="10287000"/>
            <a:chOff x="0" y="0"/>
            <a:chExt cx="741459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41459" cy="1913890"/>
            </a:xfrm>
            <a:custGeom>
              <a:avLst/>
              <a:gdLst/>
              <a:ahLst/>
              <a:cxnLst/>
              <a:rect l="l" t="t" r="r" b="b"/>
              <a:pathLst>
                <a:path w="741459" h="1913890">
                  <a:moveTo>
                    <a:pt x="0" y="0"/>
                  </a:moveTo>
                  <a:lnTo>
                    <a:pt x="741459" y="0"/>
                  </a:lnTo>
                  <a:lnTo>
                    <a:pt x="741459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433757" y="1244608"/>
            <a:ext cx="15420485" cy="8674023"/>
          </a:xfrm>
          <a:custGeom>
            <a:avLst/>
            <a:gdLst/>
            <a:ahLst/>
            <a:cxnLst/>
            <a:rect l="l" t="t" r="r" b="b"/>
            <a:pathLst>
              <a:path w="15420485" h="8674023">
                <a:moveTo>
                  <a:pt x="0" y="0"/>
                </a:moveTo>
                <a:lnTo>
                  <a:pt x="15420486" y="0"/>
                </a:lnTo>
                <a:lnTo>
                  <a:pt x="15420486" y="8674023"/>
                </a:lnTo>
                <a:lnTo>
                  <a:pt x="0" y="86740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966445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74783" y="1463560"/>
            <a:ext cx="14213361" cy="7995016"/>
          </a:xfrm>
          <a:custGeom>
            <a:avLst/>
            <a:gdLst/>
            <a:ahLst/>
            <a:cxnLst/>
            <a:rect l="l" t="t" r="r" b="b"/>
            <a:pathLst>
              <a:path w="14213361" h="7995016">
                <a:moveTo>
                  <a:pt x="0" y="0"/>
                </a:moveTo>
                <a:lnTo>
                  <a:pt x="14213361" y="0"/>
                </a:lnTo>
                <a:lnTo>
                  <a:pt x="14213361" y="7995016"/>
                </a:lnTo>
                <a:lnTo>
                  <a:pt x="0" y="7995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488144" y="0"/>
            <a:ext cx="2799856" cy="10287000"/>
            <a:chOff x="0" y="0"/>
            <a:chExt cx="520911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0911" cy="1913890"/>
            </a:xfrm>
            <a:custGeom>
              <a:avLst/>
              <a:gdLst/>
              <a:ahLst/>
              <a:cxnLst/>
              <a:rect l="l" t="t" r="r" b="b"/>
              <a:pathLst>
                <a:path w="520911" h="1913890">
                  <a:moveTo>
                    <a:pt x="0" y="0"/>
                  </a:moveTo>
                  <a:lnTo>
                    <a:pt x="520911" y="0"/>
                  </a:lnTo>
                  <a:lnTo>
                    <a:pt x="520911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>
                <a:alpha val="98824"/>
              </a:srgbClr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3966445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40166" y="2699727"/>
            <a:ext cx="5965141" cy="3136750"/>
          </a:xfrm>
          <a:custGeom>
            <a:avLst/>
            <a:gdLst/>
            <a:ahLst/>
            <a:cxnLst/>
            <a:rect l="l" t="t" r="r" b="b"/>
            <a:pathLst>
              <a:path w="5965141" h="3136750">
                <a:moveTo>
                  <a:pt x="0" y="0"/>
                </a:moveTo>
                <a:lnTo>
                  <a:pt x="5965141" y="0"/>
                </a:lnTo>
                <a:lnTo>
                  <a:pt x="5965141" y="3136750"/>
                </a:lnTo>
                <a:lnTo>
                  <a:pt x="0" y="3136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58345" y="5836477"/>
            <a:ext cx="5480573" cy="1856544"/>
          </a:xfrm>
          <a:custGeom>
            <a:avLst/>
            <a:gdLst/>
            <a:ahLst/>
            <a:cxnLst/>
            <a:rect l="l" t="t" r="r" b="b"/>
            <a:pathLst>
              <a:path w="5480573" h="1856544">
                <a:moveTo>
                  <a:pt x="0" y="0"/>
                </a:moveTo>
                <a:lnTo>
                  <a:pt x="5480573" y="0"/>
                </a:lnTo>
                <a:lnTo>
                  <a:pt x="5480573" y="1856544"/>
                </a:lnTo>
                <a:lnTo>
                  <a:pt x="0" y="1856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58345" y="1572927"/>
            <a:ext cx="6888806" cy="3935230"/>
          </a:xfrm>
          <a:custGeom>
            <a:avLst/>
            <a:gdLst/>
            <a:ahLst/>
            <a:cxnLst/>
            <a:rect l="l" t="t" r="r" b="b"/>
            <a:pathLst>
              <a:path w="6888806" h="3935230">
                <a:moveTo>
                  <a:pt x="0" y="0"/>
                </a:moveTo>
                <a:lnTo>
                  <a:pt x="6888806" y="0"/>
                </a:lnTo>
                <a:lnTo>
                  <a:pt x="6888806" y="3935231"/>
                </a:lnTo>
                <a:lnTo>
                  <a:pt x="0" y="3935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186374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4" y="0"/>
                </a:lnTo>
                <a:lnTo>
                  <a:pt x="4321554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706384" y="1247775"/>
            <a:ext cx="12058241" cy="11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60"/>
              </a:lnSpc>
            </a:pPr>
            <a:r>
              <a:rPr lang="en-US" sz="9000" b="1">
                <a:solidFill>
                  <a:srgbClr val="36528B"/>
                </a:solidFill>
                <a:latin typeface="Flatory Sans SemiCondensed Medium"/>
                <a:ea typeface="Flatory Sans SemiCondensed Medium"/>
                <a:cs typeface="Flatory Sans SemiCondensed Medium"/>
                <a:sym typeface="Flatory Sans SemiCondensed Medium"/>
              </a:rPr>
              <a:t>INTEGRACIONES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66445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65781"/>
            <a:ext cx="12058241" cy="11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460"/>
              </a:lnSpc>
              <a:spcBef>
                <a:spcPct val="0"/>
              </a:spcBef>
            </a:pPr>
            <a:r>
              <a:rPr lang="en-US" sz="9000" b="1">
                <a:solidFill>
                  <a:srgbClr val="36528B"/>
                </a:solidFill>
                <a:latin typeface="Flatory Sans SemiCondensed Medium"/>
                <a:ea typeface="Flatory Sans SemiCondensed Medium"/>
                <a:cs typeface="Flatory Sans SemiCondensed Medium"/>
                <a:sym typeface="Flatory Sans SemiCondensed Medium"/>
              </a:rPr>
              <a:t>MODELO DE DATOS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2799856" cy="10287000"/>
            <a:chOff x="0" y="0"/>
            <a:chExt cx="520911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20911" cy="1913890"/>
            </a:xfrm>
            <a:custGeom>
              <a:avLst/>
              <a:gdLst/>
              <a:ahLst/>
              <a:cxnLst/>
              <a:rect l="l" t="t" r="r" b="b"/>
              <a:pathLst>
                <a:path w="520911" h="1913890">
                  <a:moveTo>
                    <a:pt x="0" y="0"/>
                  </a:moveTo>
                  <a:lnTo>
                    <a:pt x="520911" y="0"/>
                  </a:lnTo>
                  <a:lnTo>
                    <a:pt x="520911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>
                <a:alpha val="98824"/>
              </a:srgbClr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2990511" y="4049153"/>
            <a:ext cx="14268789" cy="2479202"/>
          </a:xfrm>
          <a:custGeom>
            <a:avLst/>
            <a:gdLst/>
            <a:ahLst/>
            <a:cxnLst/>
            <a:rect l="l" t="t" r="r" b="b"/>
            <a:pathLst>
              <a:path w="14268789" h="2479202">
                <a:moveTo>
                  <a:pt x="0" y="0"/>
                </a:moveTo>
                <a:lnTo>
                  <a:pt x="14268789" y="0"/>
                </a:lnTo>
                <a:lnTo>
                  <a:pt x="14268789" y="2479202"/>
                </a:lnTo>
                <a:lnTo>
                  <a:pt x="0" y="24792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66445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3797207" cy="10529212"/>
            <a:chOff x="0" y="0"/>
            <a:chExt cx="690217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90217" cy="1913890"/>
            </a:xfrm>
            <a:custGeom>
              <a:avLst/>
              <a:gdLst/>
              <a:ahLst/>
              <a:cxnLst/>
              <a:rect l="l" t="t" r="r" b="b"/>
              <a:pathLst>
                <a:path w="690217" h="1913890">
                  <a:moveTo>
                    <a:pt x="0" y="0"/>
                  </a:moveTo>
                  <a:lnTo>
                    <a:pt x="690217" y="0"/>
                  </a:lnTo>
                  <a:lnTo>
                    <a:pt x="690217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>
                <a:alpha val="98824"/>
              </a:srgbClr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028700" y="1244608"/>
            <a:ext cx="16230600" cy="9129712"/>
          </a:xfrm>
          <a:custGeom>
            <a:avLst/>
            <a:gdLst/>
            <a:ahLst/>
            <a:cxnLst/>
            <a:rect l="l" t="t" r="r" b="b"/>
            <a:pathLst>
              <a:path w="16230600" h="9129712">
                <a:moveTo>
                  <a:pt x="0" y="0"/>
                </a:moveTo>
                <a:lnTo>
                  <a:pt x="16230600" y="0"/>
                </a:lnTo>
                <a:lnTo>
                  <a:pt x="16230600" y="9129712"/>
                </a:lnTo>
                <a:lnTo>
                  <a:pt x="0" y="9129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4245" y="1028700"/>
            <a:ext cx="14746964" cy="7794740"/>
          </a:xfrm>
          <a:custGeom>
            <a:avLst/>
            <a:gdLst/>
            <a:ahLst/>
            <a:cxnLst/>
            <a:rect l="l" t="t" r="r" b="b"/>
            <a:pathLst>
              <a:path w="14746964" h="7794740">
                <a:moveTo>
                  <a:pt x="0" y="0"/>
                </a:moveTo>
                <a:lnTo>
                  <a:pt x="14746963" y="0"/>
                </a:lnTo>
                <a:lnTo>
                  <a:pt x="14746963" y="7794740"/>
                </a:lnTo>
                <a:lnTo>
                  <a:pt x="0" y="7794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189" r="-7479" b="-718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302718" y="0"/>
            <a:ext cx="3985282" cy="10287000"/>
            <a:chOff x="0" y="0"/>
            <a:chExt cx="741459" cy="19138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1459" cy="1913890"/>
            </a:xfrm>
            <a:custGeom>
              <a:avLst/>
              <a:gdLst/>
              <a:ahLst/>
              <a:cxnLst/>
              <a:rect l="l" t="t" r="r" b="b"/>
              <a:pathLst>
                <a:path w="741459" h="1913890">
                  <a:moveTo>
                    <a:pt x="0" y="0"/>
                  </a:moveTo>
                  <a:lnTo>
                    <a:pt x="741459" y="0"/>
                  </a:lnTo>
                  <a:lnTo>
                    <a:pt x="741459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13966445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66445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785570" y="622304"/>
            <a:ext cx="6716860" cy="6716860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49554" y="5896762"/>
            <a:ext cx="12058241" cy="11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60"/>
              </a:lnSpc>
            </a:pPr>
            <a:r>
              <a:rPr lang="en-US" sz="9000" b="1">
                <a:solidFill>
                  <a:srgbClr val="36528B"/>
                </a:solidFill>
                <a:latin typeface="Flatory Sans SemiCondensed Medium"/>
                <a:ea typeface="Flatory Sans SemiCondensed Medium"/>
                <a:cs typeface="Flatory Sans SemiCondensed Medium"/>
                <a:sym typeface="Flatory Sans SemiCondensed Medium"/>
              </a:rPr>
              <a:t>PRESENTACION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3797207" cy="10529212"/>
            <a:chOff x="0" y="0"/>
            <a:chExt cx="690217" cy="19138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0217" cy="1913890"/>
            </a:xfrm>
            <a:custGeom>
              <a:avLst/>
              <a:gdLst/>
              <a:ahLst/>
              <a:cxnLst/>
              <a:rect l="l" t="t" r="r" b="b"/>
              <a:pathLst>
                <a:path w="690217" h="1913890">
                  <a:moveTo>
                    <a:pt x="0" y="0"/>
                  </a:moveTo>
                  <a:lnTo>
                    <a:pt x="690217" y="0"/>
                  </a:lnTo>
                  <a:lnTo>
                    <a:pt x="690217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>
                <a:alpha val="98824"/>
              </a:srgbClr>
            </a:solid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66445" y="0"/>
            <a:ext cx="4321555" cy="1244608"/>
          </a:xfrm>
          <a:custGeom>
            <a:avLst/>
            <a:gdLst/>
            <a:ahLst/>
            <a:cxnLst/>
            <a:rect l="l" t="t" r="r" b="b"/>
            <a:pathLst>
              <a:path w="4321555" h="1244608">
                <a:moveTo>
                  <a:pt x="0" y="0"/>
                </a:moveTo>
                <a:lnTo>
                  <a:pt x="4321555" y="0"/>
                </a:lnTo>
                <a:lnTo>
                  <a:pt x="4321555" y="1244608"/>
                </a:lnTo>
                <a:lnTo>
                  <a:pt x="0" y="1244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785570" y="622304"/>
            <a:ext cx="6716860" cy="6716860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59"/>
                </a:lnTo>
                <a:lnTo>
                  <a:pt x="0" y="6716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49554" y="5896762"/>
            <a:ext cx="12058241" cy="114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60"/>
              </a:lnSpc>
            </a:pPr>
            <a:r>
              <a:rPr lang="en-US" sz="9000" b="1">
                <a:solidFill>
                  <a:srgbClr val="36528B"/>
                </a:solidFill>
                <a:latin typeface="Flatory Sans SemiCondensed Medium"/>
                <a:ea typeface="Flatory Sans SemiCondensed Medium"/>
                <a:cs typeface="Flatory Sans SemiCondensed Medium"/>
                <a:sym typeface="Flatory Sans SemiCondensed Medium"/>
              </a:rPr>
              <a:t>MUCHAS GRACIAS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0" y="0"/>
            <a:ext cx="3797207" cy="10529212"/>
            <a:chOff x="0" y="0"/>
            <a:chExt cx="690217" cy="19138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0217" cy="1913890"/>
            </a:xfrm>
            <a:custGeom>
              <a:avLst/>
              <a:gdLst/>
              <a:ahLst/>
              <a:cxnLst/>
              <a:rect l="l" t="t" r="r" b="b"/>
              <a:pathLst>
                <a:path w="690217" h="1913890">
                  <a:moveTo>
                    <a:pt x="0" y="0"/>
                  </a:moveTo>
                  <a:lnTo>
                    <a:pt x="690217" y="0"/>
                  </a:lnTo>
                  <a:lnTo>
                    <a:pt x="690217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A8ACAE">
                <a:alpha val="98824"/>
              </a:srgbClr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240</Words>
  <Application>Microsoft Office PowerPoint</Application>
  <PresentationFormat>Personalizado</PresentationFormat>
  <Paragraphs>51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8" baseType="lpstr">
      <vt:lpstr>Montserrat</vt:lpstr>
      <vt:lpstr>Flatory Sans SemiCondensed</vt:lpstr>
      <vt:lpstr>Quicksand Medium</vt:lpstr>
      <vt:lpstr>Flatory Sans SemiCondensed Medium</vt:lpstr>
      <vt:lpstr>Montserrat Medium</vt:lpstr>
      <vt:lpstr>Calibri</vt:lpstr>
      <vt:lpstr>Montserrat Bold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proyecto</dc:title>
  <dc:creator>ISRAEL MUÑOZ</dc:creator>
  <cp:lastModifiedBy>ISRAEL MUÑOZ</cp:lastModifiedBy>
  <cp:revision>3</cp:revision>
  <dcterms:created xsi:type="dcterms:W3CDTF">2006-08-16T00:00:00Z</dcterms:created>
  <dcterms:modified xsi:type="dcterms:W3CDTF">2025-11-21T21:13:04Z</dcterms:modified>
  <dc:identifier>DAG5Mm-MSbw</dc:identifier>
</cp:coreProperties>
</file>