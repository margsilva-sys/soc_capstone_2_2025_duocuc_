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64A96-D291-04B7-02B5-E4C02605C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9643F8-2341-0B32-540B-A669E4B52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17CAEA-0183-B590-C2A8-9BFBD864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EF4F38-3BB7-FCCB-2463-C89EDF8C9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1F1AD8-E36E-85FA-7772-57779DD9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822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C1EB6-00A2-D9D6-9E54-ABE793DC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07402A-1C83-6D0C-6A0D-6AEF6E4D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D4DC02-9878-C766-C91D-ADD4F57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FCBA4-9A14-A7CA-122A-D2BAE9EC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9B18A0-593C-8F16-DF3F-9C950006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791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C865B-F738-B7FB-2819-86B642B1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F88BD5-AF8B-49D3-6A23-7E090908E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6ADDA7-BB3A-4781-962F-CDC2EFB3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CFA1B9-DE62-07C5-5393-C4AB4CB0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C8F96F-31D5-D28C-047B-AA38BAAE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25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149B8-B6EF-4200-C545-7DA71B8F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52B71C-710C-8535-ACAD-E5C8592A0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97709F-0CCF-C0F1-B6BB-3B2A660C1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D0022F-8AE2-90A2-3916-615A7E9D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41A3B1-D55B-7A1A-FA49-8B428B33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1B12FF-BB2A-A3D0-820B-5319AB56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214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6CDCD-68BE-14D3-6963-B35F8A8E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161FA-A500-0434-7725-84E52B13B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CAFC4E-3E30-2380-C9C9-78C505084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74F75B-B330-35B9-AEF8-9B03CB9B8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6D7CB9-C848-2DD3-4618-B540D4D7E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8B9DC0-3D3A-9080-0EAE-6F131BD8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85DE96-E9D3-96DE-BFC9-001FBF5A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F2BE42-359D-1724-D159-C2BA3696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523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CDC46-64BC-B430-0F5C-57030BD2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614ADB-6082-2E34-6204-3CD1BD44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50B941-A9B1-7770-F4C2-B111CF8E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EB44DF-16AE-8920-E434-BDB2F8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962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A5C8C2-B4BC-32C8-49F0-73673BCF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192599-ACC1-CF84-BA6D-0E8F082E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2CB523-0A0F-F88D-9149-D7BEB3CE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772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0BD8F-4F58-3CBA-1393-E4805FBA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CE330-D6C9-E61E-E581-6687DCA2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D21D60-4115-06B9-22C1-F1811956C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7514BB-1DBC-66A0-5F77-3DAD4DCF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D5E3CB-F1ED-BF23-885F-2637A2737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B4CBF-2873-880A-6F73-E6695492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95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9A7C1-7F06-DE4F-C100-576F836B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4D83DB-DF20-F982-E8F0-A7FE596EB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643CD0-402F-AC37-9F01-E7D196E4D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482EBE-045B-1883-6621-A3636CB2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0361EF-C78F-A4C9-CEF2-F0862C52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DE001C-5467-73B2-429C-FEDB5DCC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90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EF6FF-1885-1FFB-F233-88C7C6C7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550449-0921-9520-0BE4-FD345E76F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1FB986-13D1-08FC-A251-63DC0392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FC5821-FF96-2A1D-21AF-4F3CB546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C4F8CD-DF96-8A32-9A2A-9047BFA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362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772DC6-0D2F-BC3E-017B-A7981E6B4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E46AF-4E4F-B0B0-67D4-7F115B95E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4250C0-8D14-15BB-CAAA-758C8A31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8C71A1-CAE7-0BEE-0322-8201AC73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42C4B-B3AE-2367-89AF-367E5DA8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223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807C81-EF36-3032-A0BB-E72C4AFE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C9FC56-9292-7AD4-58B4-E9BDB905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402266-63D9-5557-C0E5-71501F07A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2EDA7-D872-4754-9DBC-DECE4A7D5104}" type="datetimeFigureOut">
              <a:rPr lang="es-CL" smtClean="0"/>
              <a:t>01-09-2025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FE45A-82B8-5F03-542E-D82E8DB8B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8F4A8A-C725-DFB6-AE03-FA5488BE7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F1FA1-05E7-40D9-B52A-C255B67674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490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C2AD13-6C59-61E0-51FF-AF95B3E14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054" y="-358219"/>
            <a:ext cx="2083324" cy="20833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556452-398C-A351-B6B2-B36B231F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0" y="2675021"/>
            <a:ext cx="1871663" cy="609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7EF0E7B-CB6A-AF1B-140C-6A28E49FA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988" y="4117646"/>
            <a:ext cx="609476" cy="7610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A9E55A-BA15-1C7A-E5D2-A2A4E6B98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121" y="2499443"/>
            <a:ext cx="929557" cy="92955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9AA124F-F16E-7F64-D367-5B2B6EFC3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33" y="2499443"/>
            <a:ext cx="1252036" cy="12520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F03CC87-E280-766A-DA29-6EF169EB5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9393" y="330517"/>
            <a:ext cx="2762669" cy="10416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C90B240-8EC5-16E0-690C-70C9030EC0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887" y="2228850"/>
            <a:ext cx="1905000" cy="24003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5ECC64D-E092-8D96-3EA6-71DE1FC6D3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425" y="2378526"/>
            <a:ext cx="1372953" cy="13729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959D2FD-EFA4-E14D-3A82-9D33D1413E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2674" y="5649209"/>
            <a:ext cx="1356105" cy="60721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AA108C4-70F9-9D0F-27C5-7F94AFF7280A}"/>
              </a:ext>
            </a:extLst>
          </p:cNvPr>
          <p:cNvCxnSpPr>
            <a:stCxn id="8" idx="3"/>
          </p:cNvCxnSpPr>
          <p:nvPr/>
        </p:nvCxnSpPr>
        <p:spPr>
          <a:xfrm flipV="1">
            <a:off x="3547678" y="2964221"/>
            <a:ext cx="71935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F8DE9B2-3133-F781-97FA-F1F068A8593C}"/>
              </a:ext>
            </a:extLst>
          </p:cNvPr>
          <p:cNvCxnSpPr/>
          <p:nvPr/>
        </p:nvCxnSpPr>
        <p:spPr>
          <a:xfrm flipV="1">
            <a:off x="1843721" y="2979821"/>
            <a:ext cx="71935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3B47E3A-3F56-628D-5BA6-9C42BDD6176C}"/>
              </a:ext>
            </a:extLst>
          </p:cNvPr>
          <p:cNvCxnSpPr>
            <a:cxnSpLocks/>
          </p:cNvCxnSpPr>
          <p:nvPr/>
        </p:nvCxnSpPr>
        <p:spPr>
          <a:xfrm>
            <a:off x="1360829" y="3301247"/>
            <a:ext cx="0" cy="5809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EBF27FE-B58A-7B4A-E2D2-891D2633A3CD}"/>
              </a:ext>
            </a:extLst>
          </p:cNvPr>
          <p:cNvCxnSpPr/>
          <p:nvPr/>
        </p:nvCxnSpPr>
        <p:spPr>
          <a:xfrm flipV="1">
            <a:off x="5519069" y="2979821"/>
            <a:ext cx="71935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5B66F11-1F32-C214-B2E1-F4C674AED386}"/>
              </a:ext>
            </a:extLst>
          </p:cNvPr>
          <p:cNvCxnSpPr>
            <a:cxnSpLocks/>
          </p:cNvCxnSpPr>
          <p:nvPr/>
        </p:nvCxnSpPr>
        <p:spPr>
          <a:xfrm>
            <a:off x="7490460" y="2979822"/>
            <a:ext cx="18004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25F13A3-7E13-CFB0-0566-DFBE4712CC9B}"/>
              </a:ext>
            </a:extLst>
          </p:cNvPr>
          <p:cNvSpPr txBox="1"/>
          <p:nvPr/>
        </p:nvSpPr>
        <p:spPr>
          <a:xfrm>
            <a:off x="3082899" y="851348"/>
            <a:ext cx="2259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u="sng" dirty="0"/>
              <a:t>Arquitectura inicial </a:t>
            </a:r>
            <a:endParaRPr lang="es-CL" u="sng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837BBA98-019D-FBFB-4FA0-F2FEC507B50F}"/>
              </a:ext>
            </a:extLst>
          </p:cNvPr>
          <p:cNvCxnSpPr/>
          <p:nvPr/>
        </p:nvCxnSpPr>
        <p:spPr>
          <a:xfrm>
            <a:off x="8133347" y="2964221"/>
            <a:ext cx="0" cy="2458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7D5ABBE4-3EDE-D647-A875-3F0EE604C405}"/>
              </a:ext>
            </a:extLst>
          </p:cNvPr>
          <p:cNvCxnSpPr>
            <a:endCxn id="10" idx="1"/>
          </p:cNvCxnSpPr>
          <p:nvPr/>
        </p:nvCxnSpPr>
        <p:spPr>
          <a:xfrm rot="5400000" flipH="1" flipV="1">
            <a:off x="6068802" y="1407935"/>
            <a:ext cx="1527178" cy="4140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7C2CF95-F581-7518-002B-6BE5C3675C7B}"/>
              </a:ext>
            </a:extLst>
          </p:cNvPr>
          <p:cNvSpPr txBox="1"/>
          <p:nvPr/>
        </p:nvSpPr>
        <p:spPr>
          <a:xfrm>
            <a:off x="1019359" y="4937113"/>
            <a:ext cx="75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Users</a:t>
            </a:r>
            <a:endParaRPr lang="es-CL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1BAECBD-37E7-0D5D-F5A4-6933DBC58B75}"/>
              </a:ext>
            </a:extLst>
          </p:cNvPr>
          <p:cNvSpPr txBox="1"/>
          <p:nvPr/>
        </p:nvSpPr>
        <p:spPr>
          <a:xfrm>
            <a:off x="2676579" y="3512857"/>
            <a:ext cx="75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WAF</a:t>
            </a:r>
            <a:endParaRPr lang="es-CL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37FA63C-90E0-1309-36FF-6A8094F7A4FA}"/>
              </a:ext>
            </a:extLst>
          </p:cNvPr>
          <p:cNvSpPr txBox="1"/>
          <p:nvPr/>
        </p:nvSpPr>
        <p:spPr>
          <a:xfrm>
            <a:off x="4299394" y="3581117"/>
            <a:ext cx="1372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Static</a:t>
            </a:r>
            <a:r>
              <a:rPr lang="es-MX" dirty="0"/>
              <a:t> Web</a:t>
            </a:r>
            <a:endParaRPr lang="es-CL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291B388-BA63-CE53-0461-58E8BCDD5F5E}"/>
              </a:ext>
            </a:extLst>
          </p:cNvPr>
          <p:cNvSpPr txBox="1"/>
          <p:nvPr/>
        </p:nvSpPr>
        <p:spPr>
          <a:xfrm>
            <a:off x="6614704" y="3698241"/>
            <a:ext cx="1372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SOC - </a:t>
            </a:r>
          </a:p>
          <a:p>
            <a:r>
              <a:rPr lang="es-MX" dirty="0"/>
              <a:t>back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20703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ISRAEL MUÑOZ</dc:creator>
  <cp:lastModifiedBy>ISRAEL MUÑOZ</cp:lastModifiedBy>
  <cp:revision>2</cp:revision>
  <dcterms:created xsi:type="dcterms:W3CDTF">2025-09-01T21:05:30Z</dcterms:created>
  <dcterms:modified xsi:type="dcterms:W3CDTF">2025-09-01T21:07:37Z</dcterms:modified>
</cp:coreProperties>
</file>